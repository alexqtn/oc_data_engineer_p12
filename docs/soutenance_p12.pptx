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9728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Data Solution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Avantages Sportifs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4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— Data Engineer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P12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Objectifs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Solution : startup fondée par Alexandre (cycliste) et Juliette (marathonienne). Objectif : récompenser les salariés sportifs et encourager la pratique du sport au sein de l'entreprise.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6032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 Sportive — 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venant au bureau en faisant du 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: max 15 km / Vélo : max 25 km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via Google Maps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validée par le salarié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Journées Bien-être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physique régulière hors travail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15 activités par an (12 mois glissants)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simulées (futur : Strava API)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Slack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Globale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RH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Pydantic → Transform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Maps → pgcrypto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Upsert employees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64592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10972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Activités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Redpanda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Consumer 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Consumer Slack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188720"/>
            <a:ext cx="256032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Bénéfices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rules (SCD2)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Compute éligibilité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Upsert employee_benefits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1508760" cy="640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27614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15.7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103120" y="2651760"/>
            <a:ext cx="1508760" cy="640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78892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27614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 24.2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0" y="2651760"/>
            <a:ext cx="1508760" cy="640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7889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43400" y="27614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0.18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577840" y="2651760"/>
            <a:ext cx="1508760" cy="640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7889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80760" y="27614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0.50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15200" y="2651760"/>
            <a:ext cx="1508760" cy="640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78892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18120" y="27614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: Kestra — 4 flows YAML | Docker Compose — 5 containers sur sport_network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5486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rows — PII chiffre (pgcrypto)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26517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sport_activities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265176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7 240 rows — 12 mois historique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7548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benefit_rules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7548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— SCD2 (paramètres)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68580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employee_benefits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rows — Résultats calculés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 &amp; Justifications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241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128016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0241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005840"/>
            <a:ext cx="128016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0241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420624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435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141732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435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41732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435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417320"/>
            <a:ext cx="4206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435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simple (pas de ZooKeeper), API Kafka-compatible, ARM natif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82880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847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Kafka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182880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1847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confluent-kafka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182880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847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kafka-python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1828800"/>
            <a:ext cx="42062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847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kafka-python : échecs silencieux avec Redpanda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24028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258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224028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2258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(OSS)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17520" y="224028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258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2240280"/>
            <a:ext cx="4206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2258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natif, UI intégrée, léger, pas de boilerplate Python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265176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670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37360" y="265176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0" y="2670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17520" y="265176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2670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2651760"/>
            <a:ext cx="42062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code, filtres natifs, requêtes SQL, rafraîchissement auto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06324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081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37360" y="306324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3081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306324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081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/ SQLite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97680" y="3063240"/>
            <a:ext cx="4206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3081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Multi-utilisateur, pgcrypto, production-grade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347472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37360" y="347472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17520" y="347472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Applicatif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97680" y="3474720"/>
            <a:ext cx="42062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3493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Natif PostgreSQL, Metabase peut dechiffrer en SQL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388620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904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737360" y="388620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0" y="3904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(INSERT)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017520" y="388620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0" y="3904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en place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297680" y="3886200"/>
            <a:ext cx="4206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9044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complet, audit, demo live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429768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4315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737360" y="429768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0" y="4315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017520" y="4297680"/>
            <a:ext cx="12801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4315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delete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297680" y="4297680"/>
            <a:ext cx="420624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315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Réversible, traçabilité, compatible audit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Données — Détail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Pipeline RH (load_employees.py)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Excel (Pandas) → Validate (Pydantic, 11 champs) → Transform (mapping transport FR→ENUM) → Google Maps API (parse adresse + calcul distance domicile-bureau) → Encrypt PII (pgcrypto, 8 colonnes) → Upsert PostgreSQL (ON CONFLICT + soft delete)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Pipeline Activités (generate + publish + consume)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7 237 activités (seed=42, déterministe) → Publish JSON vers Redpanda topic → Consumer 1 : INSERT dans sport_activities (PostgreSQL) → Consumer 2 : notification Slack (message de félicitations)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4904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Pipeline Bénéfices (compute_benefits.py)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regles actives (DISTINCT ON, SCD2) → Jointure employees + activities (12 mois glissants) → Calcul prime (salaire * taux) + bien-être (count &gt;= seuil) → Upsert employee_benefits (idempotent)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Qualité des Données — 4 Couches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Couche 1 — Pydantic (ligne par ligne)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types, plages, règles croisées (age &gt;= 16, max_speed &gt;= avg_speed). Avant toute insertion en base.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Couche 2 — PostgreSQL (contraintes DB)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ENUMs, NOT NULL, UNIQUE, FK, CHECK. Protection au niveau base de données contre les données invalides.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Couche 3 — Great Expectations (dataset)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expectations après chaque run du pipeline. Complétude, unicité, plages de valeurs. Rapport HTML généré automatiquement.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Couche 4 — Pytest (code)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tests unitaires couvrant la logique de transformation, le calcul d'éligibilité et les validateurs Pydantic.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Protection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Chiffrement PII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colonnes chiffrées (nom, prénom, salaire, adresse, date naissance) via pgcrypto. Chiffrement symétrique AES, clé dans .env (gitignored).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Rôles PostgreSQL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sport_admin (DDL) / sport_writer (DML, pipeline uniquement) / sport_reader (SELECT, Metabase). Principe du moindre privilège.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Réseau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services communiquent sur un bridge Docker isolé (sport_network). Aucun trafic ne quitte la machine. Pas de SSL en POC (justifié : réseau local).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Secrets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dans .env (gitignored). .env.example documente les variables requises. Kestra : injection via SPORT_* prefix.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Orchestration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Flows Kestra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384048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194560" cy="393192"/>
          </a:xfrm>
          <a:prstGeom prst="rect">
            <a:avLst/>
          </a:prstGeom>
          <a:solidFill>
            <a:srgbClr val="1A233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011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874520"/>
            <a:ext cx="3840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892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les 3 phases séquentiellement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92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/ Schedule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201168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recompute_benefits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286000"/>
            <a:ext cx="384048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uniquement (après changement de paramètres)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286000"/>
            <a:ext cx="21945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2011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update_benefit_rules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2697480"/>
            <a:ext cx="3840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715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SCD2 + recompute automatique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697480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715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201168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27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inject_live_activity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108960"/>
            <a:ext cx="384048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activités → Redpanda → Slack → DB → Recompute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108960"/>
            <a:ext cx="219456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Supervision continue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UI : timeline d'exécution, statut SUCCESS/FAILED, logs par tâche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: rapport HTML après chaque pipeline run (31 checks)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logging : fichiers journaliers rotatifs + console (src/utils/logger.py)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Metabase — KPIs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126 / 161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éligibles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des effectifs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172 482 EUR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prime totale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actuel : 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475 jours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bien-être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employés x 5 jours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0058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/ masse salariale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maîtrisé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Autres indicateurs sur le dashboard 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coût par BU (bar chart) — filtrable via dropdown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sports pratiqués (bar chart horizontal) — top activités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des activités par mois (line chart) — saisonnalité visible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paramètres (table SCD2) — traçabilité des changements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de coût (prime rate + well-being days ajustables) — sans relancer le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filtres dashboard : Business Unit | Prime Rate (simulation) | Well-Being Days (simulation)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Live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 — Injection d'activités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Ouvrir Metabase + Kestra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Exécuter inject_live_activity (N=3)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Voir 3 messages Slack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Rafraîchir Metabase : KPIs mis a jour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 — Changement de paramètres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Montrer coût actuel : 172 482 EUR (5%)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Exécuter update_benefit_rules (0.07)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Pipeline recompute automatique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Nouveau coût : ~241 475 EUR (7%)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Clés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chargés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7 240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9456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générées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éligibles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qualite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066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— 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Data Solution - POC Avantages Sportifs</dc:title>
  <dc:subject>PptxGenJS Presentation</dc:subject>
  <dc:creator>Alexandre</dc:creator>
  <cp:lastModifiedBy>Alexandre</cp:lastModifiedBy>
  <cp:revision>1</cp:revision>
  <dcterms:created xsi:type="dcterms:W3CDTF">2026-03-27T21:13:28Z</dcterms:created>
  <dcterms:modified xsi:type="dcterms:W3CDTF">2026-03-27T21:13:28Z</dcterms:modified>
</cp:coreProperties>
</file>